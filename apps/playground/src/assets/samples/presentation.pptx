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C3A6A0-8ECD-438F-9CD6-6F4F3F27546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for the intro slide.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slide notes mention the table.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for the intro slide.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slide notes mention the table.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for the intro slide.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slide notes mention the table.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for the intro slide.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slide notes mention the table.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Speaker note for the intro slide.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720000" y="360000"/>
            <a:ext cx="576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slide notes mention the table.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56FBFB-088E-4F0C-86A9-4E3F2546A9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7F6038-B483-4DC0-B1CD-051FF153B1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842F206-F0AF-43E1-A438-6BFF7BFFF1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1: Intro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20000" y="1800000"/>
            <a:ext cx="8640000" cy="50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Top level point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Nested detail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point with emphasis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2: Data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" name=""/>
          <p:cNvGraphicFramePr/>
          <p:nvPr/>
        </p:nvGraphicFramePr>
        <p:xfrm>
          <a:off x="720000" y="1800000"/>
          <a:ext cx="7200000" cy="2880000"/>
        </p:xfrm>
        <a:graphic>
          <a:graphicData uri="http://schemas.openxmlformats.org/drawingml/2006/table">
            <a:tbl>
              <a:tblPr/>
              <a:tblGrid>
                <a:gridCol w="3600000"/>
                <a:gridCol w="3600000"/>
              </a:tblGrid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Region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Total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North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9" name=""/>
          <p:cNvSpPr txBox="1"/>
          <p:nvPr/>
        </p:nvSpPr>
        <p:spPr>
          <a:xfrm>
            <a:off x="720000" y="5040000"/>
            <a:ext cx="720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Grouped shapes below.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" name="Group2"/>
          <p:cNvGrpSpPr/>
          <p:nvPr/>
        </p:nvGrpSpPr>
        <p:grpSpPr>
          <a:xfrm>
            <a:off x="720000" y="6480000"/>
            <a:ext cx="2880000" cy="720000"/>
            <a:chOff x="720000" y="6480000"/>
            <a:chExt cx="2880000" cy="720000"/>
          </a:xfrm>
        </p:grpSpPr>
        <p:sp>
          <p:nvSpPr>
            <p:cNvPr id="21" name=""/>
            <p:cNvSpPr txBox="1"/>
            <p:nvPr/>
          </p:nvSpPr>
          <p:spPr>
            <a:xfrm>
              <a:off x="720000" y="6480000"/>
              <a:ext cx="2880000" cy="720000"/>
            </a:xfrm>
            <a:prstGeom prst="rect">
              <a:avLst/>
            </a:pr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Inside a group shape.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3: Architecture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20000" y="1800000"/>
            <a:ext cx="8640000" cy="50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Top level point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Nested detail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point with emphasis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4: Security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" name=""/>
          <p:cNvGraphicFramePr/>
          <p:nvPr/>
        </p:nvGraphicFramePr>
        <p:xfrm>
          <a:off x="720000" y="1800000"/>
          <a:ext cx="7200000" cy="2880000"/>
        </p:xfrm>
        <a:graphic>
          <a:graphicData uri="http://schemas.openxmlformats.org/drawingml/2006/table">
            <a:tbl>
              <a:tblPr/>
              <a:tblGrid>
                <a:gridCol w="3600000"/>
                <a:gridCol w="3600000"/>
              </a:tblGrid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Region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Total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North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6" name=""/>
          <p:cNvSpPr txBox="1"/>
          <p:nvPr/>
        </p:nvSpPr>
        <p:spPr>
          <a:xfrm>
            <a:off x="720000" y="5040000"/>
            <a:ext cx="720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Grouped shapes below.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7" name="Group4"/>
          <p:cNvGrpSpPr/>
          <p:nvPr/>
        </p:nvGrpSpPr>
        <p:grpSpPr>
          <a:xfrm>
            <a:off x="720000" y="6480000"/>
            <a:ext cx="2880000" cy="720000"/>
            <a:chOff x="720000" y="6480000"/>
            <a:chExt cx="2880000" cy="720000"/>
          </a:xfrm>
        </p:grpSpPr>
        <p:sp>
          <p:nvSpPr>
            <p:cNvPr id="28" name=""/>
            <p:cNvSpPr txBox="1"/>
            <p:nvPr/>
          </p:nvSpPr>
          <p:spPr>
            <a:xfrm>
              <a:off x="720000" y="6480000"/>
              <a:ext cx="2880000" cy="720000"/>
            </a:xfrm>
            <a:prstGeom prst="rect">
              <a:avLst/>
            </a:pr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Inside a group shape.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5: Search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20000" y="1800000"/>
            <a:ext cx="8640000" cy="50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Top level point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Nested detail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point with emphasis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6: Layout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" name=""/>
          <p:cNvGraphicFramePr/>
          <p:nvPr/>
        </p:nvGraphicFramePr>
        <p:xfrm>
          <a:off x="720000" y="1800000"/>
          <a:ext cx="7200000" cy="2880000"/>
        </p:xfrm>
        <a:graphic>
          <a:graphicData uri="http://schemas.openxmlformats.org/drawingml/2006/table">
            <a:tbl>
              <a:tblPr/>
              <a:tblGrid>
                <a:gridCol w="3600000"/>
                <a:gridCol w="3600000"/>
              </a:tblGrid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Region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Total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North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33" name=""/>
          <p:cNvSpPr txBox="1"/>
          <p:nvPr/>
        </p:nvSpPr>
        <p:spPr>
          <a:xfrm>
            <a:off x="720000" y="5040000"/>
            <a:ext cx="720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Grouped shapes below.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oup6"/>
          <p:cNvGrpSpPr/>
          <p:nvPr/>
        </p:nvGrpSpPr>
        <p:grpSpPr>
          <a:xfrm>
            <a:off x="720000" y="6480000"/>
            <a:ext cx="2880000" cy="720000"/>
            <a:chOff x="720000" y="6480000"/>
            <a:chExt cx="2880000" cy="720000"/>
          </a:xfrm>
        </p:grpSpPr>
        <p:sp>
          <p:nvSpPr>
            <p:cNvPr id="35" name=""/>
            <p:cNvSpPr txBox="1"/>
            <p:nvPr/>
          </p:nvSpPr>
          <p:spPr>
            <a:xfrm>
              <a:off x="720000" y="6480000"/>
              <a:ext cx="2880000" cy="720000"/>
            </a:xfrm>
            <a:prstGeom prst="rect">
              <a:avLst/>
            </a:pr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Inside a group shape.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7: Performance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20000" y="1800000"/>
            <a:ext cx="8640000" cy="50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Top level point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Nested detail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point with emphasis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8: Accessibility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" name=""/>
          <p:cNvGraphicFramePr/>
          <p:nvPr/>
        </p:nvGraphicFramePr>
        <p:xfrm>
          <a:off x="720000" y="1800000"/>
          <a:ext cx="7200000" cy="2880000"/>
        </p:xfrm>
        <a:graphic>
          <a:graphicData uri="http://schemas.openxmlformats.org/drawingml/2006/table">
            <a:tbl>
              <a:tblPr/>
              <a:tblGrid>
                <a:gridCol w="3600000"/>
                <a:gridCol w="3600000"/>
              </a:tblGrid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Region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Total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North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0" name=""/>
          <p:cNvSpPr txBox="1"/>
          <p:nvPr/>
        </p:nvSpPr>
        <p:spPr>
          <a:xfrm>
            <a:off x="720000" y="5040000"/>
            <a:ext cx="720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Grouped shapes below.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Group8"/>
          <p:cNvGrpSpPr/>
          <p:nvPr/>
        </p:nvGrpSpPr>
        <p:grpSpPr>
          <a:xfrm>
            <a:off x="720000" y="6480000"/>
            <a:ext cx="2880000" cy="720000"/>
            <a:chOff x="720000" y="6480000"/>
            <a:chExt cx="2880000" cy="720000"/>
          </a:xfrm>
        </p:grpSpPr>
        <p:sp>
          <p:nvSpPr>
            <p:cNvPr id="42" name=""/>
            <p:cNvSpPr txBox="1"/>
            <p:nvPr/>
          </p:nvSpPr>
          <p:spPr>
            <a:xfrm>
              <a:off x="720000" y="6480000"/>
              <a:ext cx="2880000" cy="720000"/>
            </a:xfrm>
            <a:prstGeom prst="rect">
              <a:avLst/>
            </a:pr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Inside a group shape.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9: Release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20000" y="1800000"/>
            <a:ext cx="8640000" cy="50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Top level point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Nested detail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point with emphasis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10: Summary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6" name=""/>
          <p:cNvGraphicFramePr/>
          <p:nvPr/>
        </p:nvGraphicFramePr>
        <p:xfrm>
          <a:off x="720000" y="1800000"/>
          <a:ext cx="7200000" cy="2880000"/>
        </p:xfrm>
        <a:graphic>
          <a:graphicData uri="http://schemas.openxmlformats.org/drawingml/2006/table">
            <a:tbl>
              <a:tblPr/>
              <a:tblGrid>
                <a:gridCol w="3600000"/>
                <a:gridCol w="3600000"/>
              </a:tblGrid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Region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Total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1440000"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North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/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42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7" name=""/>
          <p:cNvSpPr txBox="1"/>
          <p:nvPr/>
        </p:nvSpPr>
        <p:spPr>
          <a:xfrm>
            <a:off x="720000" y="5040000"/>
            <a:ext cx="720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Grouped shapes below.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8" name="Group10"/>
          <p:cNvGrpSpPr/>
          <p:nvPr/>
        </p:nvGrpSpPr>
        <p:grpSpPr>
          <a:xfrm>
            <a:off x="720000" y="6480000"/>
            <a:ext cx="2880000" cy="720000"/>
            <a:chOff x="720000" y="6480000"/>
            <a:chExt cx="2880000" cy="720000"/>
          </a:xfrm>
        </p:grpSpPr>
        <p:sp>
          <p:nvSpPr>
            <p:cNvPr id="49" name=""/>
            <p:cNvSpPr txBox="1"/>
            <p:nvPr/>
          </p:nvSpPr>
          <p:spPr>
            <a:xfrm>
              <a:off x="720000" y="6480000"/>
              <a:ext cx="2880000" cy="720000"/>
            </a:xfrm>
            <a:prstGeom prst="rect">
              <a:avLst/>
            </a:pr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Inside a group shape.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